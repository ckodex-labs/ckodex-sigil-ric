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502920" cy="508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02123"/>
                </a:solidFill>
                <a:latin typeface="Arial"/>
              </a:rPr>
              <a:t>Can we prove the AI saw</a:t>
            </a:r>
            <a:br/>
            <a:r>
              <a:rPr sz="4400" b="1">
                <a:solidFill>
                  <a:srgbClr val="202123"/>
                </a:solidFill>
                <a:latin typeface="Arial"/>
              </a:rPr>
              <a:t>what we approved?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E6E80"/>
                </a:solidFill>
                <a:latin typeface="Arial"/>
              </a:rPr>
              <a:t>AI Representation Integrity — the kernel exists and is conformance-pinned.</a:t>
            </a:r>
            <a:br/>
            <a:r>
              <a:rPr sz="1600" b="0">
                <a:solidFill>
                  <a:srgbClr val="6E6E80"/>
                </a:solidFill>
                <a:latin typeface="Arial"/>
              </a:rPr>
              <a:t>RIC v0.1 · SIGIL v0.3 · 85 tests green · ECDSA P-384-signed admission receipts.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Arial"/>
              </a:rPr>
              <a:t>THE BLIND 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123"/>
                </a:solidFill>
                <a:latin typeface="Arial"/>
              </a:rPr>
              <a:t>Three representations, one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Rendered document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Visible image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Audible speech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Application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2860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Extracted / canonical text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OCR + metadata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ASR transcript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Structured payload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0" y="22860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Tokens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Vision patches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Audio embeddings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One fused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123"/>
                </a:solidFill>
                <a:latin typeface="Arial"/>
              </a:rPr>
              <a:t>A security decision over one representation does not authorize another.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6E80"/>
                </a:solidFill>
                <a:latin typeface="Arial"/>
              </a:rPr>
              <a:t>AI Representation Integrity POC   ·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Arial"/>
              </a:rPr>
              <a:t>ONE ATTACK, SEVERAL MODALITIES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123"/>
                </a:solidFill>
                <a:latin typeface="Arial"/>
              </a:rPr>
              <a:t>Benign independently. Dangerous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123"/>
                </a:solidFill>
                <a:latin typeface="Arial"/>
              </a:rPr>
              <a:t>Trusted user instruction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123"/>
                </a:solidFill>
                <a:latin typeface="Arial"/>
              </a:rPr>
              <a:t>Untrusted image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123"/>
                </a:solidFill>
                <a:latin typeface="Arial"/>
              </a:rPr>
              <a:t>OCR-extracted text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123"/>
                </a:solidFill>
                <a:latin typeface="Arial"/>
              </a:rPr>
              <a:t>Document metadata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123"/>
                </a:solidFill>
                <a:latin typeface="Arial"/>
              </a:rPr>
              <a:t>Retrieved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880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10A37F"/>
                </a:solidFill>
                <a:latin typeface="Arial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606040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Individually: every scanner passes.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Together: a semantic instruction that</a:t>
            </a:r>
            <a:br/>
            <a:r>
              <a:rPr sz="1500">
                <a:solidFill>
                  <a:srgbClr val="6E6E80"/>
                </a:solidFill>
                <a:latin typeface="Arial"/>
              </a:rPr>
              <a:t>exists in no single artifact.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6E80"/>
                </a:solidFill>
                <a:latin typeface="Arial"/>
              </a:rPr>
              <a:t>AI Representation Integrity POC   ·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Arial"/>
              </a:rPr>
              <a:t>THE DIFFERENTIATED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123"/>
                </a:solidFill>
                <a:latin typeface="Arial"/>
              </a:rPr>
              <a:t>The security event can happen during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E6E80"/>
                </a:solidFill>
                <a:latin typeface="Arial"/>
              </a:rPr>
              <a:t>Traditional controls inspect artifacts. Multimodal AI combines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0A37F"/>
                </a:solidFill>
                <a:latin typeface="Arial"/>
              </a:rPr>
              <a:t>Unsafe merge detection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3"/>
                </a:solidFill>
                <a:latin typeface="Arial"/>
              </a:rPr>
              <a:t>Did tokenization erase a trust boundary between sources?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35661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0A37F"/>
                </a:solidFill>
                <a:latin typeface="Arial"/>
              </a:rPr>
              <a:t>Unsafe fusion detection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3"/>
                </a:solidFill>
                <a:latin typeface="Arial"/>
              </a:rPr>
              <a:t>Did multimodal composition erase or elevate a trust boundary?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6E80"/>
                </a:solidFill>
                <a:latin typeface="Arial"/>
              </a:rPr>
              <a:t>AI Representation Integrity POC   ·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Arial"/>
              </a:rPr>
              <a:t>WHAT IS GENUINELY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123"/>
                </a:solidFill>
                <a:latin typeface="Arial"/>
              </a:rPr>
              <a:t>Reuse established controls. Add the missing connective tissue.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Unicode security (UTS #39)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DLP and content scanning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OCR / ASR extraction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Provenance and policy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37744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Classification before transformation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Provenance that survives tokenization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Merge- and fusion-boundary audits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Authority that degrades under uncertainty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Verifiable receipts for every admission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6E80"/>
                </a:solidFill>
                <a:latin typeface="Arial"/>
              </a:rPr>
              <a:t>AI Representation Integrity POC   ·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Arial"/>
              </a:rPr>
              <a:t>SCOPE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123"/>
                </a:solidFill>
                <a:latin typeface="Arial"/>
              </a:rPr>
              <a:t>We are not asking to build another AI security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New OCR / ASR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New tokenizer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New DLP engine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New policy language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New AI gateway or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37744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One small Rust kernel (SIGIL — already in progress)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Three adapters: text, image, document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One demonstrable invariant: “did a trust boundary disappear before the model consumed the input?”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6E80"/>
                </a:solidFill>
                <a:latin typeface="Arial"/>
              </a:rPr>
              <a:t>AI Representation Integrity POC   ·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Arial"/>
              </a:rPr>
              <a:t>THE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123"/>
                </a:solidFill>
                <a:latin typeface="Arial"/>
              </a:rPr>
              <a:t>Three reproducible cases decide the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3"/>
                </a:solidFill>
                <a:latin typeface="Arial"/>
              </a:rPr>
              <a:t>Hypothesis: we can detect and preserve a trust boundary that conventional multimodal inference pipelines erase — and prove it before model invocation.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A37F"/>
                </a:solidFill>
                <a:latin typeface="Arial"/>
              </a:rPr>
              <a:t>Case A — hidden Unicode instruction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123"/>
                </a:solidFill>
                <a:latin typeface="Arial"/>
              </a:rPr>
              <a:t>Invisible tag characters (U+E0000–E007F) inside a keyword. Detects lexical representation divergence.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A37F"/>
                </a:solidFill>
                <a:latin typeface="Arial"/>
              </a:rPr>
              <a:t>Case B — instruction inside an image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123"/>
                </a:solidFill>
                <a:latin typeface="Arial"/>
              </a:rPr>
              <a:t>Text extracted by OCR that the human reviewer never sees. Detects human/model perception divergence.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A37F"/>
                </a:solidFill>
                <a:latin typeface="Arial"/>
              </a:rPr>
              <a:t>Case C — cross-modal composition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123"/>
                </a:solidFill>
                <a:latin typeface="Arial"/>
              </a:rPr>
              <a:t>Benign text + benign image + benign metadata form a malicious instruction only when fused.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6E80"/>
                </a:solidFill>
                <a:latin typeface="Arial"/>
              </a:rPr>
              <a:t>AI Representation Integrity POC   ·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Arial"/>
              </a:rPr>
              <a:t>THE FIVE-MINUTE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123"/>
                </a:solidFill>
                <a:latin typeface="Arial"/>
              </a:rPr>
              <a:t>Same input. Two realities.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Content scanner: PASS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Human review: PASS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Model follows the hidden / cross-modal instruction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Tool call executes. Nobody can reconstruct</a:t>
            </a:r>
            <a:br/>
            <a:r>
              <a:rPr sz="1500">
                <a:solidFill>
                  <a:srgbClr val="202123"/>
                </a:solidFill>
                <a:latin typeface="Arial"/>
              </a:rPr>
              <a:t>what the model actually received.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37744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Representation graph with per-source trust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Finding: cross-modal instruction formation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Authority degraded: act → draft → observe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Decision: ESCALATE, with an ECDSA P-384-signed receipt</a:t>
            </a:r>
            <a:br/>
            <a:r>
              <a:rPr sz="1500">
                <a:solidFill>
                  <a:srgbClr val="202123"/>
                </a:solidFill>
                <a:latin typeface="Arial"/>
              </a:rPr>
              <a:t>any third party can verify — implemented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6E80"/>
                </a:solidFill>
                <a:latin typeface="Arial"/>
              </a:rPr>
              <a:t>AI Representation Integrity POC   ·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Arial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123"/>
                </a:solidFill>
                <a:latin typeface="Arial"/>
              </a:rPr>
              <a:t>One control point, reusable across the AI 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Prompt injection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DLP bypass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Hidden content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Agent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Model-input provenance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Lineage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Authority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Auditability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Explainability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Incident replay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Compliance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123"/>
                </a:solidFill>
                <a:latin typeface="Arial"/>
              </a:rPr>
              <a:t>The same primitive protects RAG, copilots, document AI, multimodal systems, and tool-using agents — without embedding security into every application.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6E80"/>
                </a:solidFill>
                <a:latin typeface="Arial"/>
              </a:rPr>
              <a:t>AI Representation Integrity POC   ·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Arial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123"/>
                </a:solidFill>
                <a:latin typeface="Arial"/>
              </a:rPr>
              <a:t>One bounded milestone. Explicit kill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1 engineer, bounded time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Local / open model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Existing OCR + tokenizer libraries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3 adversarial cases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80"/>
                </a:solidFill>
                <a:latin typeface="Arial"/>
              </a:rPr>
              <a:t>No production integration, no new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3317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Working kernel (SIGIL v0.3, 85 tests green)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3 reproducible attacks, before/after evidence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Measured latency and false-positive corpus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Go / no-go recommendation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123"/>
                </a:solidFill>
                <a:latin typeface="Arial"/>
              </a:rPr>
              <a:t>Kill criteria: no visibility beyond existing scanning, provenance not preservable, or unacceptable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6E80"/>
                </a:solidFill>
                <a:latin typeface="Arial"/>
              </a:rPr>
              <a:t>AI Representation Integrity POC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A37F"/>
                </a:solidFill>
                <a:latin typeface="Arial"/>
              </a:rP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123"/>
                </a:solidFill>
                <a:latin typeface="Arial"/>
              </a:rPr>
              <a:t>Every acronym, expanded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A37F"/>
                </a:solidFill>
                <a:latin typeface="Arial"/>
              </a:rPr>
              <a:t>RIC   </a:t>
            </a:r>
            <a:r>
              <a:rPr sz="1300">
                <a:solidFill>
                  <a:srgbClr val="202123"/>
                </a:solidFill>
                <a:latin typeface="Arial"/>
              </a:rPr>
              <a:t>Representation Integrity Contract — the rule that what is inspected, what the model perceives, and what is authorized must be provably the same object.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946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A37F"/>
                </a:solidFill>
                <a:latin typeface="Arial"/>
              </a:rPr>
              <a:t>SIGIL   </a:t>
            </a:r>
            <a:r>
              <a:rPr sz="1300">
                <a:solidFill>
                  <a:srgbClr val="202123"/>
                </a:solidFill>
                <a:latin typeface="Arial"/>
              </a:rPr>
              <a:t>Source Integrity &amp; Governed Interpretation Layer — the Rust kernel that enforces RIC at the lexical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9008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A37F"/>
                </a:solidFill>
                <a:latin typeface="Arial"/>
              </a:rPr>
              <a:t>BPE   </a:t>
            </a:r>
            <a:r>
              <a:rPr sz="1300">
                <a:solidFill>
                  <a:srgbClr val="202123"/>
                </a:solidFill>
                <a:latin typeface="Arial"/>
              </a:rPr>
              <a:t>Byte-Pair Encoding — the compression algorithm behind most LLM tokenizers.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1071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A37F"/>
                </a:solidFill>
                <a:latin typeface="Arial"/>
              </a:rPr>
              <a:t>OCR / ASR   </a:t>
            </a:r>
            <a:r>
              <a:rPr sz="1300">
                <a:solidFill>
                  <a:srgbClr val="202123"/>
                </a:solidFill>
                <a:latin typeface="Arial"/>
              </a:rPr>
              <a:t>Optical Character Recognition / Automatic Speech Recognition — extraction of text from images and audio.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31336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A37F"/>
                </a:solidFill>
                <a:latin typeface="Arial"/>
              </a:rPr>
              <a:t>DLP   </a:t>
            </a:r>
            <a:r>
              <a:rPr sz="1300">
                <a:solidFill>
                  <a:srgbClr val="202123"/>
                </a:solidFill>
                <a:latin typeface="Arial"/>
              </a:rPr>
              <a:t>Data Loss Prevention — controls that stop sensitive data leaving approved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A37F"/>
                </a:solidFill>
                <a:latin typeface="Arial"/>
              </a:rPr>
              <a:t>RAG   </a:t>
            </a:r>
            <a:r>
              <a:rPr sz="1300">
                <a:solidFill>
                  <a:srgbClr val="202123"/>
                </a:solidFill>
                <a:latin typeface="Arial"/>
              </a:rPr>
              <a:t>Retrieval-Augmented Generation — models that fetch external documents into their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725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A37F"/>
                </a:solidFill>
                <a:latin typeface="Arial"/>
              </a:rPr>
              <a:t>MCP   </a:t>
            </a:r>
            <a:r>
              <a:rPr sz="1300">
                <a:solidFill>
                  <a:srgbClr val="202123"/>
                </a:solidFill>
                <a:latin typeface="Arial"/>
              </a:rPr>
              <a:t>Model Context Protocol — the standard channel for tool and data integration with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9320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A37F"/>
                </a:solidFill>
                <a:latin typeface="Arial"/>
              </a:rPr>
              <a:t>UTS #39   </a:t>
            </a:r>
            <a:r>
              <a:rPr sz="1300">
                <a:solidFill>
                  <a:srgbClr val="202123"/>
                </a:solidFill>
                <a:latin typeface="Arial"/>
              </a:rPr>
              <a:t>Unicode Technical Standard 39 — Unicode security mechanisms for confusable characters.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1383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A37F"/>
                </a:solidFill>
                <a:latin typeface="Arial"/>
              </a:rPr>
              <a:t>OWASP LLM01 / MITRE ATLAS   </a:t>
            </a:r>
            <a:r>
              <a:rPr sz="1300">
                <a:solidFill>
                  <a:srgbClr val="202123"/>
                </a:solidFill>
                <a:latin typeface="Arial"/>
              </a:rPr>
              <a:t>Reference catalogs for prompt-injection risks and adversarial ML techniques.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6E80"/>
                </a:solidFill>
                <a:latin typeface="Arial"/>
              </a:rPr>
              <a:t>AI Representation Integrity POC   ·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